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r>
              <a:rPr lang="en-US"/>
              <a:t>Slide One Title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r>
              <a:rPr lang="en-US"/>
              <a:t>Slide Two 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